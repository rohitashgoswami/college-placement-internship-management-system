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7" d="100"/>
          <a:sy n="97" d="100"/>
        </p:scale>
        <p:origin x="10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by introducing the project as PlaceHub. Explain that it solves the manual work of posting opportunities, collecting applications, tracking student status, and preparing placement reports.</a:t>
            </a:r>
          </a:p>
          <a:p>
            <a:endParaRPr/>
          </a:p>
          <a:p>
            <a:r>
              <a:t>[Sources]</a:t>
            </a:r>
          </a:p>
          <a:p>
            <a:r>
              <a:t>- README.md: local setup, database name, MySQL port, and default admin credentials.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the examiner that the project focuses on practical placement-cell operations: publishing internships or placements, letting students apply, and giving admins a dashboard for decisions.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the important modules: public homepage, unified login, student registration, student dashboard, job board, saved jobs, applications, profile, admin dashboard, internship management, application review, interview rounds, and reports.</a:t>
            </a:r>
          </a:p>
          <a:p>
            <a:endParaRPr/>
          </a:p>
          <a:p>
            <a:r>
              <a:t>[Sources]</a:t>
            </a:r>
          </a:p>
          <a:p>
            <a:r>
              <a:t>- backend/database.sql: admin, students, internships, applications, saved_jobs, and interview_rounds tables.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the demo, start Apache and MySQL in XAMPP. Confirm that backend/config/db.php uses port 3307. The default admin login is username admin and password admin123.</a:t>
            </a:r>
          </a:p>
          <a:p>
            <a:endParaRPr/>
          </a:p>
          <a:p>
            <a:r>
              <a:t>[Sources]</a:t>
            </a:r>
          </a:p>
          <a:p>
            <a:r>
              <a:t>- README.md: local setup, database name, MySQL port, and default admin credentials.</a:t>
            </a:r>
          </a:p>
          <a:p>
            <a:r>
              <a:t>- backend/database.sql: admin, students, internships, applications, saved_jobs, and interview_rounds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this by opening the home page, clicking Login, switching between student and admin role fields, then showing Register for student-only signup.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  <a:p>
            <a:r>
              <a:t>- README.md: local setup, database name, MySQL port, and default admin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After student login, show dashboard counters: active listings, applications, interviews or shortlisted, saved jobs, and selection rate. Then open the job board and demonstrate filters.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profile briefly if time allows. The key demo action is Apply Now. Explain that the application starts as Pending and then admin can update it.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  <a:p>
            <a:r>
              <a:t>- backend/database.sql: admin, students, internships, applications, saved_jobs, and interview_rounds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Login as admin with admin/admin123. Show system overview, quick actions, global search, and alerts for pending reviews, expired listings, and closing deadlines.</a:t>
            </a:r>
          </a:p>
          <a:p>
            <a:endParaRPr/>
          </a:p>
          <a:p>
            <a:r>
              <a:t>[Sources]</a:t>
            </a:r>
          </a:p>
          <a:p>
            <a:r>
              <a:t>- README.md: local setup, database name, MySQL port, and default admin credentials.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apply.php prevents duplicate applications. Admin can mark Selected or Rejected from View Applications. For deeper tracking, Application Rounds stores round number, title, schedule, status, and remarks.</a:t>
            </a:r>
          </a:p>
          <a:p>
            <a:endParaRPr/>
          </a:p>
          <a:p>
            <a:r>
              <a:t>[Sources]</a:t>
            </a:r>
          </a:p>
          <a:p>
            <a:r>
              <a:t>- backend/database.sql: admin, students, internships, applications, saved_jobs, and interview_rounds tables.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reports.php in the admin area. Tell the examiner that all values are calculated live from MySQL queries, so reports update whenever applications or statuses change.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backend/config/db.php, includes/admin_auth.php, includes/student_auth.php, flash messages, shared layout files, and pagination helper. Mention that mysqli_real_escape_string is used in many form and filter queries.</a:t>
            </a:r>
          </a:p>
          <a:p>
            <a:endParaRPr/>
          </a:p>
          <a:p>
            <a:r>
              <a:t>[Sources]</a:t>
            </a:r>
          </a:p>
          <a:p>
            <a:r>
              <a:t>- PHP source files under backend/admin and backend/student.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487A5-53F9-4624-B3BC-2920CEB92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3210EC1-3C82-4E4C-8008-2036FC05D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69E260B-FBC5-4D99-94E9-97BAEA3FD8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60B99E0-5376-4957-AA98-C5A101A34E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7456F9-776C-4124-B61B-E26BE51F140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96F25B-EC70-40D7-838E-427B6B6AD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C3EBBE-5EEF-4BED-B537-C1524919B2B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0EE5A-0055-414F-A5EB-DC8BE89D0CC2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FINAL YEAR PROJECT 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AE62E-D899-4390-B008-4C707A0811FD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477125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College Placement &amp; Internship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B1A8CF-24C4-4D41-9205-9DAEFE69E4B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PHP and MySQL portal for managing opportunities, student applications, interview rounds, and placement reports.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BB0DAD-F64A-464A-A9C8-01F0BEF95293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4381500" cy="1143000"/>
          </a:xfrm>
          <a:prstGeom prst="roundRect">
            <a:avLst>
              <a:gd name="adj" fmla="val 666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459FD-79ED-45FD-941E-7122BE8B13B9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3886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214"/>
                </a:solidFill>
              </a:defRPr>
            </a:pPr>
            <a:r>
              <a:rPr sz="1575" b="1">
                <a:solidFill>
                  <a:srgbClr val="101214"/>
                </a:solidFill>
              </a:rPr>
              <a:t>Demo path: Home -&gt; Login -&gt; Student Flow -&gt; Admin Flow -&gt; Reports</a:t>
            </a:r>
          </a:p>
        </p:txBody>
      </p:sp>
    </p:spTree>
    <p:extLst>
      <p:ext uri="{BB962C8B-B14F-4D97-AF65-F5344CB8AC3E}">
        <p14:creationId xmlns:p14="http://schemas.microsoft.com/office/powerpoint/2010/main" val="122724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A715A6-E919-4078-BC47-5D2D75055E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577B3-8CF4-41E2-B3F9-F6D130185E3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PURPOSE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000B9-9271-4B7E-8D75-9B0537260E9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91C17-493E-4203-8360-254E9AC988A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B1EC8E-031F-40D3-89D2-55C8458ED650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18D4-2BE4-46F7-9837-85E26C97015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Why We Built 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443DD-0324-4683-8486-59AFD0C7892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system connects students and placement administrators in one workflow.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39EF9F-AFBB-4CC7-A38E-8D765FB77FDC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AFC61-E74B-4EB7-A27B-41060F0E6C2F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4BC411-479E-4488-A46D-8DA74477336E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70E60-A349-4F94-B14E-2F8604BA1C3D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020BC4-916E-44F7-8805-E0525A61C1B0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01B4E0-B2B2-45C7-8E8E-BB9BF126801C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DD5275-E499-4274-A0DD-33E4177F0841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Problem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4347AB-CB7A-4AB2-AE13-82258C79CD3B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Manual placement tracking 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slow, scattered, and hard to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report.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3EA2DC-9B70-4CC5-95ED-EE58BF021768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F5ED5C-BFFA-4C34-A1DD-7C1B57250D07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F710E4-15DA-4D59-9C07-24C6E515CDB9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1BB653-7E6F-4212-A118-2D7763B6FC7B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3D4E593-AFF6-4843-B381-86F8162DB56A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07D04B-C1D2-42E8-8375-5087A8FC0528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5B10D6-771E-4C2A-9D1C-D1074B807AB9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Solution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913A1F-40A4-4AC9-A765-BB85A179DAA8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single portal handles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listings, applications,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status updates, and reports.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A0C265A-813E-4539-994E-4B74B5BA04B9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73A0FC-9892-44D8-ACE6-841984E1AC2D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CE93725-1021-4DE9-BA48-C3DEC7B09F20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A18E2AB-8176-4B13-9C06-294A58CDBA19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C05EB2-565A-4E3D-AAE8-2594F9274D39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6150F15-3741-4CE4-BC5E-A9CBF63BE397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D1AAEF-6789-4B7B-8E70-38C47E3DD98E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Users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FF3C7F-B6B8-4D6D-BF77-F5DAA71038DB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Students apply and track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progress; admins manage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opportunities and results.</a:t>
            </a:r>
          </a:p>
        </p:txBody>
      </p:sp>
    </p:spTree>
    <p:extLst>
      <p:ext uri="{BB962C8B-B14F-4D97-AF65-F5344CB8AC3E}">
        <p14:creationId xmlns:p14="http://schemas.microsoft.com/office/powerpoint/2010/main" val="188040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D2A2BC-2357-4A91-B7C6-DA3E680FA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05220-3993-483B-B8E9-08B475D4D8E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62FBA-D214-48B5-B608-6F6CE6DC831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DE0FE-CFAF-41FF-9CA6-6FD6AD727EF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916BE3-A2F9-4DC3-A0A8-02A26BADF6E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E51B3-A0E9-42E3-8860-4C46DC01CC2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Main Modules at a Glance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4189B-752E-4876-875D-AB637F49863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application is divided into public, student, admin, and database modules.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DDB674-D5C6-44FA-BF2C-E232984DD80E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3D907E-9F20-432A-A8A9-054A4C40D97B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4EA109-2564-4CA8-BF87-F67FD2644E47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0EDD4E-2F51-4CDA-86B2-3020BAF5211C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Role-based areas: Student and 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6203B-9B71-41A4-BF25-C11E9C99A765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login.php routes users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687770-CB44-418E-B618-864B121B0B60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B4741E-3635-4704-B729-2A453EC8DA11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098F7C-797A-429F-A627-45D9B2F5283B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DA0D4-3DB6-4360-9796-DBA1AD03193B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Core database tables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4C530A-6FCC-488F-9548-2791468CBB0F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database.sql schema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27C2C0-5D6A-4F36-9FE9-9F70BEBFC97F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569889-6E57-42DE-962B-4D4EE566E049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34CE37-3F96-491E-BF23-929E3D895F5E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12+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62A29-7638-4D08-AA9C-ADCA9D9B074E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Feature pages across dashboards and workflows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4FE22C-D16E-400A-BCAE-E8191DC6B35C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backend source</a:t>
            </a:r>
          </a:p>
        </p:txBody>
      </p:sp>
    </p:spTree>
    <p:extLst>
      <p:ext uri="{BB962C8B-B14F-4D97-AF65-F5344CB8AC3E}">
        <p14:creationId xmlns:p14="http://schemas.microsoft.com/office/powerpoint/2010/main" val="141702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A8604E-FA4B-4A6A-8481-1BC0B2611A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11F10-9E38-4A54-A7C6-D7BACD2D306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STARTUP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94DF6-12ED-48FB-A93E-27E751A22A0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276D3-BDCF-4685-BD50-A67ADBDE069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88D7E8-8BFD-49F1-9E97-260C489E4BC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6F2CB-7662-4737-817A-C6FBB595065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How to Start the Project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FFA5FE-F454-4EA6-96E0-C3597E16457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Use XAMPP with Apache and MySQL, then open the portal from localhost.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4FFC14-BF56-4EA3-8B69-7A39BF3E5866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3516C1-7580-4E69-8041-0825E8EB2CD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F014302-B70B-4564-A5C1-57F49A96EB2F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29971-B122-45B5-96EF-2E02C24E07C2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6652B-FB1B-4594-A0B7-6C9763D9DFEB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CA7DC-9974-4C09-AEEA-3C0D8CE21A8B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0DDF4C-EFCF-4E28-A9A6-BDFF60F3D981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Database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4FAFC6-93F8-49F1-86ED-14DD81DA3C76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Import backend/database.sql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college_placement_system.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72E465-5E33-4348-B1D9-DA258FE67BC0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C0DDEA-CB3D-491C-85CC-FA4A754233B4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488300-8B08-4981-8216-306BE364ACD0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54CCD1-8ECA-474B-9CB0-620E4086581F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B3CF1E-3F00-45D7-8A82-FE512BFCB299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95FAD7-C047-4FD0-8D8F-3EED22444E2E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5A3AA-ABFC-45A1-B1B4-E9A52EBE9187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Connection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38986A-5609-43A6-AA1C-15D7F929DD9C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MySQL uses localhost, root,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blank password, and port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3307.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871948-E513-41A3-A4CD-9AB5BE3D3DAF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D12473-A7B0-49EF-B87D-EC17EF22711E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F7B2DF-FBCA-4DDC-868B-D61E462AE0CB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0A7572-D7D9-4398-8544-B0D80F677BF2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0FCDDA-F748-422D-B22E-D2748DF9B0FB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E22A0B9-3050-48E9-B620-5559C74812C6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CD53A8-DEB3-48B9-966D-BB58BB4BE11C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Launch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B486B5-22A6-479D-8E29-F29160FF96FF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Open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/college-placement-internship-management-system/index.php.</a:t>
            </a:r>
          </a:p>
        </p:txBody>
      </p:sp>
    </p:spTree>
    <p:extLst>
      <p:ext uri="{BB962C8B-B14F-4D97-AF65-F5344CB8AC3E}">
        <p14:creationId xmlns:p14="http://schemas.microsoft.com/office/powerpoint/2010/main" val="92937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37B858-50D8-4513-9CA9-6598B2E60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0B34EE-A83D-4F49-ACF8-A65452AFBDB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ENTRY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CA3A45-A061-4D2B-AF21-08A9871B9D4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1B3DD-D86C-4D18-B676-9C86C9C80D2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87F98E-98E1-4C41-93B6-53B1CC8B638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EFA9A-7E50-451C-8F09-DEEBE2DA061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Public Pages and Login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7C975-078C-42B1-ADF2-4FFD233E22E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first screen shows latest opportunities and sends users to the right area.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A5DBC9-2195-495C-99DE-FBE90356248B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9D09F-A61D-404B-8E86-496A5C81ED1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88F8C1-A0AD-41E1-B3B9-B0037FCCC35F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3F3690-814E-4E23-8013-C9BB74BF4ACB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6F230-A96C-4A97-8887-5AF1EA200DC8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10D186-A5E6-4EF6-B896-56DDC6A915A6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67C12-A312-4BEE-8955-03FDF784BE03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45BA7F-9488-475A-A3CE-E7E57E3D45D9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index.php displays recent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opportunities and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login/register actions.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DFC273-5F06-48A8-87E6-8BC68076475C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EF674-ACCB-49B5-B69D-70C6A702F910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7F507E-F62F-4225-809E-683BBFC4A72C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90BCA4-ABF3-4D20-92FE-7EDF4AF9E878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82F6D76-FB2D-4F49-905E-16AF5B9D035F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6ACEE5-6907-45D4-AAAD-96FD6322CC2E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DC9F0E-DEAD-4E37-8D41-60903CA3AC8B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Unified Login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5B68E0-6FF6-43C5-BD59-67190C656639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login.php lets users choose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 or Admin from one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form.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63C6598-E95E-4124-90ED-0546BF34047B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D77A01-067A-412D-A094-88D8F14482C1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5B009E2-6E90-43EA-A0AB-7DBDFD9A6C53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5AA374-E359-4EC7-99D9-182523C8D108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245CEE7-F6FE-4597-88BE-DC483BA8D233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5645C15-BE73-4F1E-8F5F-CB471403F907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AC7DEA-F1FD-4A91-BD25-DC5EEFAFF7B1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Registration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916CC-2882-44C6-9C58-670BDED43AD7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Only student registration is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public; admin accounts are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seeded.</a:t>
            </a:r>
          </a:p>
        </p:txBody>
      </p:sp>
    </p:spTree>
    <p:extLst>
      <p:ext uri="{BB962C8B-B14F-4D97-AF65-F5344CB8AC3E}">
        <p14:creationId xmlns:p14="http://schemas.microsoft.com/office/powerpoint/2010/main" val="149375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5D0DD-8324-4D73-BCDC-F6C9851C22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BF036-6391-4B26-9545-B49A12DE3A9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STUDENT SIDE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CF0B-BF96-446F-8593-C9333F707E2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E7082-4064-4659-A8A7-4B70A56235D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598864-0DF1-4900-9E3B-55D10AE5ED7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09154-9203-4227-A60E-085B1A762BB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Student 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986A5-47D6-4B20-8E41-2A158ED39FB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Students can discover opportunities, apply, save jobs, and track outcomes.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8630BA-5E87-4074-82FC-3E97910D4824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AFDE74-3E44-4B97-8CAA-C720A01D6821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47048E-88FB-4A5C-93B1-B6F9CD049130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E6925-D252-4DA1-8BD2-84197CD5BAFF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Dashboard counters for student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46AA4E-A281-44EA-A0A7-1B5ECEC114E4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student dashboard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795E03-0D2B-483A-9FD0-913FC3AAC35F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703C5-8F00-4309-85B0-B8C23CEDC0C6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F1C9F-AFB5-4309-8DC9-17053EAFA2D3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D3734-0E2A-4830-B1C8-9851EEB134AD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Job board results per 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766FE-B357-4015-AA4D-58FCBDCEF320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pagination setting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6E51A9-0F06-4AA9-A61B-EB04B7365B4D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84F987-76B9-43C1-BBFD-D005DAA657E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80DE8-AB95-465F-893B-8F653EBC6C3B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C966DB-E21C-4FAB-AFA4-C74E4224B6E1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Application per student per opportunity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F0839-ACA6-49B9-BC03-E785CFCEE4F1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duplicate check</a:t>
            </a:r>
          </a:p>
        </p:txBody>
      </p:sp>
    </p:spTree>
    <p:extLst>
      <p:ext uri="{BB962C8B-B14F-4D97-AF65-F5344CB8AC3E}">
        <p14:creationId xmlns:p14="http://schemas.microsoft.com/office/powerpoint/2010/main" val="14089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87404A-350A-4C2E-8FA8-CAC02ED03E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5E340-6D3F-4E3D-BFC3-9830A0AFD9F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STUDENT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51E51-DC56-429D-BA69-BF8B8DD0816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CEF4D5-9C75-4096-915A-BEA884992E7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9B002-5F92-4E07-9E01-7405BA16B727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31B719-3079-474F-BAD0-4ECFB9E33F0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What Students Can 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6D64B4-E9B6-4E0C-BE36-FD7EE52F0510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student area supports the complete application journey.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13BAE2-84F3-49A0-9999-F47B0249D952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27900-DD14-4C3E-A844-EFA7269A9396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A080FF-29B1-4553-BF23-88B364DF83DC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D7978-BED6-4E6B-A34D-B7573B40781D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B8CCB6-0A11-4EFA-8FF0-889E91C49B45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2259F1-815A-4B31-AF25-C7E2A8748D82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3E7AA8-087D-483A-A60C-9F0D2EB50306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BCDB0E-F9EA-4B9C-BE05-F3398831FA6C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Students maintain contact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details, CGPA, skills,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resume, and links.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7E391F-4772-4FF8-9111-8DD2CDD7A6C0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25F5E-3F72-426F-B865-9949AFB5B8DE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1F14A-2392-418E-9305-0060F2EAB61C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6D6FD1-5D43-4F58-8587-6E3C72B98F8B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44A685-E8B4-47A2-BDB8-9A7AB33A8535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81274A-03FE-41D6-95E5-D17B8BE36497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B0A15C-49F1-492C-BBF0-18F4DF22A20D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Job Board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F1B892-E1BA-44F4-919E-8605257AF0C5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Search, filter by type,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location, deadline, and sort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listings.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33F34DE-135F-4A73-9727-5D798255365C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4A435C-C6FA-4EF3-907C-C0E2C3EB23A7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FD1E8-F2A4-49D3-90CA-5146D2EFA0C4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D68CFE-2A8A-4EE8-9327-080C0CFD7174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D4E80C-C583-4EE0-B080-7BA5947D6FF9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F96AD88-0681-4F1E-9096-3AC04704D34A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F83849-AA95-4B84-A0CC-CA9EF5F4FBCA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Tracker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65F116-10E8-4A6C-A4B0-359AC8AF84BB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My Applications shows status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interview round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timeline.</a:t>
            </a:r>
          </a:p>
        </p:txBody>
      </p:sp>
    </p:spTree>
    <p:extLst>
      <p:ext uri="{BB962C8B-B14F-4D97-AF65-F5344CB8AC3E}">
        <p14:creationId xmlns:p14="http://schemas.microsoft.com/office/powerpoint/2010/main" val="120638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114B62-5961-48F3-928E-D5CAAF2B11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C1356-414D-404F-B84C-3DA06CDA495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ADMIN SIDE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D5841B-A072-4275-A4E9-8B1D336416B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59C24-910E-4334-9F24-A41235894C4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98199D-B7A6-4B3C-9D43-68BA550DEF7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6E7154-DACF-49C8-BD55-6ED7AFC0AFE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Admin 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A8E0C6-9FEA-4475-A62C-A15CD718BE8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Admins control listings, student records, applications, and reports.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8BD708-C1B5-45D2-A3BB-611E3533007A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F5E5FA-ACFA-406C-98AC-5F9BD689694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73D173-390D-4F41-AEC3-3C4B8F10EEB6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4E7E0-D70E-4A97-9166-905DE3A2230B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FE542-0C6E-4456-B1DE-21FCACB0C5A4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60C9BA-5A22-4D18-8D42-66FF6D15786B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E4974A-7DA1-4CD5-BB87-FF6E0EE94B4A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8C428D-0558-4484-9A1D-18A376B50D72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Shows totals, pending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reviews, alerts, recent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activity, and search.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6F7503-A3C6-4C49-96E6-8722BBD05F40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CA275-52CD-40A7-A8F3-09975E149A6F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B971E9-EEF6-4367-BCAC-01F5CBB4A183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18D1B50-DE31-46A1-9008-9B282D48C580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02B493-37F4-4514-93AC-1E1944908F77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DA6413-1395-4E92-AFF5-1760AA05612D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5AF069-B8B3-4B4E-9C00-A4AD798BF476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Internships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8C23E2-98B7-43D4-B5AB-E1BC33D7C4FC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Admins add, manage, and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delete internship or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placement listings.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AB565E-FFE2-443F-A5F3-3E98562A186E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8444D3-F21C-47BF-A3AE-05E16FCCD3C4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AEC9B8A-8DD7-4F87-AFFA-5BF3CE203822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8EA276-25A8-4FEF-B12E-47016FBB908C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77CE87-734A-4E80-BAD6-459967BDBDC9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AF0DA32-9B42-441D-AF9E-1CED1B36CA63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DAA788-981A-4087-8BC8-FA3D5F39F58F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Applications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EB112D-AE6B-445C-B6C1-200116CFE811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Admins filter records,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select, reject, or manage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interview rounds.</a:t>
            </a:r>
          </a:p>
        </p:txBody>
      </p:sp>
    </p:spTree>
    <p:extLst>
      <p:ext uri="{BB962C8B-B14F-4D97-AF65-F5344CB8AC3E}">
        <p14:creationId xmlns:p14="http://schemas.microsoft.com/office/powerpoint/2010/main" val="172548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44DE41-20A5-46D3-A90B-2EF57F143A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141D4-B334-48FF-A4AF-178C89995AC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STATUS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6A9D4-15D2-46DF-988C-261DDC7E8FD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AEEAA3-1AD3-4F45-B607-D24D73E1438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17ACA7-B30F-4232-B35C-A92867E5369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573A38-47EE-4B49-A8C0-680592927FF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Application and Interview Lifecycle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50855-07A6-40DD-809D-FE9473990EC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Applications move from submission to admin decision with round tracking.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D40AD8-5753-4167-81E6-AD770A9EC98B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95558-2173-40A0-8D8E-41FA6230A43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ED0A2-65E9-44FB-A456-3B8C849E255F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Pending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EB0DCA-C2EF-4629-8FDF-8FD5EE254D56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Default status after student applies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C81997-CADB-49E9-95CA-34F7570A0C4E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applications 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4308FB-9BCB-4B22-AC8A-1ABE95AFE83F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87E49-E594-4983-9FB1-7D3B09C0E94C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8169D-A960-4149-BF84-FF646A9B85BE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Interview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E57BC9-35EB-480E-BA0A-DD17C5DA3262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Set when rounds are active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08BC0F-9E8E-4DA4-A4CC-9B08D976FE3B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application_rounds.php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C388A28-3746-488D-A79A-61BD8B13B7E0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A2B18-F8C9-49CF-8370-A918FBE00BB8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EEABDD-535D-4A76-BEDA-A64AD4384DB6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Selected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844C37-B7C1-481D-AEF0-418601FE8F43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Final successful outcome used in reports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A03E75-E161-4098-BE41-8DFF9E4F373D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reports.php</a:t>
            </a:r>
          </a:p>
        </p:txBody>
      </p:sp>
    </p:spTree>
    <p:extLst>
      <p:ext uri="{BB962C8B-B14F-4D97-AF65-F5344CB8AC3E}">
        <p14:creationId xmlns:p14="http://schemas.microsoft.com/office/powerpoint/2010/main" val="121027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E4D281-057E-48E7-8F39-DC6F1B0C92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81F46-B6E9-490E-8A2C-E5651CC4987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2C037-C24D-48B3-9177-61372670830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68A92-E453-4C61-AA2C-57E9B203062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58B78D-FB55-4C45-8893-DE7550196F2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EC61C0-BEE9-4B1F-B454-09F286C57CF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Reports and Placement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FC1541-AAC8-4CD7-81A0-1E4906FBE44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reports page converts operational data into presentation-ready numbers.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FBAB84-8719-4053-9789-823500B113E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4752F-754D-471B-94AF-AF7F0A38F731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CA15A2-5486-4CF4-ADD9-4D1753F3A351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BE7562-A950-4637-8EB2-2BC101904304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4A47D-20C7-4B17-A212-7B223BF832D0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107507-FD13-4718-B6CD-BC4CEF386D9A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97932-87AA-44FD-B1E0-C09B7BD07CF1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D1658-2BEB-46AE-A5F6-F8628B64F359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Total students, internships,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applications, selections,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rate.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2F3C5F-CB7F-4995-95B8-7787A2175D68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0576C0-EEE4-4B34-A9BF-7FCB7C46B773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112C21-8F1E-4055-B72C-2DB56D5833E4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1E5542C-896D-4FE0-A496-BFBF72A5BF65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819E20-A0B2-47C9-B964-AC81E2042AF0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01549F-3F5E-4F75-A3E4-93851CFEA372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31D974-8969-4432-A7B6-F23B3C6C1755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Breakdowns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7AD0B7-8B89-4FA0-AD43-255A88E2F21A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Application status and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internship type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distributions.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F8E342-D494-465C-91C7-66201A8E1137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6511A-DADA-4A34-B808-2767E2DEAF30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D6692A-C0FA-495F-8FF2-EF742B217712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40CD827-1334-44F8-B13C-71EBE900EC57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3F2A1A9-EC05-4050-B38D-38556ED1EBC7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48644D-39AD-4B4F-9478-AD3DBE0B9A24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B935EB-40B8-49DC-AB44-3DFCDB8D7DFF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Performance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A6F65D-BC72-4530-A8C5-AC09C3F5ED12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Recruiter activity and top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 participation lists.</a:t>
            </a:r>
          </a:p>
        </p:txBody>
      </p:sp>
    </p:spTree>
    <p:extLst>
      <p:ext uri="{BB962C8B-B14F-4D97-AF65-F5344CB8AC3E}">
        <p14:creationId xmlns:p14="http://schemas.microsoft.com/office/powerpoint/2010/main" val="148530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E813A37-1211-49B9-8C26-0EA4CEA325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08C9B3-E795-4D23-B74D-C0FD385E8CCB}"/>
              </a:ext>
            </a:extLst>
          </p:cNvPr>
          <p:cNvSpPr>
            <a:spLocks noGrp="1"/>
          </p:cNvSpPr>
          <p:nvPr/>
        </p:nvSpPr>
        <p:spPr>
          <a:xfrm>
            <a:off x="0" y="19664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3834C-D7F3-4DAB-BA46-0F92BE686EC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IMPLEMENTATION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EE32E-E15E-4FF1-BBF8-657C696B5B5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13512-EE6F-4727-97CC-8EEC1B640A3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665BFB-BFC8-44FB-9143-8E0619B0EE6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50B97E-A572-4D7B-B9E2-0B353C3935E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How We Implemented 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12E834-CD83-4ED2-A26F-1320C63E53E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 dirty="0">
                <a:solidFill>
                  <a:srgbClr val="30363A"/>
                </a:solidFill>
              </a:rPr>
              <a:t>The project uses PHP, MySQL, sessions, reusable includes, and Tailwind styling.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BBCB4F-F68A-4997-A26D-F4BFFCB38800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7FC71E-88FA-44C4-9C1C-503F694C8FA2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251304-7C70-4351-98A4-813FC695B748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69AFF0-BEB2-4516-BE28-5F3E2D4A3421}"/>
              </a:ext>
            </a:extLst>
          </p:cNvPr>
          <p:cNvSpPr>
            <a:spLocks noGrp="1"/>
          </p:cNvSpPr>
          <p:nvPr/>
        </p:nvSpPr>
        <p:spPr>
          <a:xfrm>
            <a:off x="1162050" y="43338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2FEE1C-E14A-4A15-896E-AFC13DAE703A}"/>
              </a:ext>
            </a:extLst>
          </p:cNvPr>
          <p:cNvSpPr>
            <a:spLocks noGrp="1"/>
          </p:cNvSpPr>
          <p:nvPr/>
        </p:nvSpPr>
        <p:spPr>
          <a:xfrm>
            <a:off x="1247775" y="42576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E88FF-2544-4E81-B41C-0E69F6888BB4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ACEA0-0842-4E59-A07F-F3655B64EAAC}"/>
              </a:ext>
            </a:extLst>
          </p:cNvPr>
          <p:cNvSpPr>
            <a:spLocks noGrp="1"/>
          </p:cNvSpPr>
          <p:nvPr/>
        </p:nvSpPr>
        <p:spPr>
          <a:xfrm>
            <a:off x="16383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6C92DB-F2AD-497F-9E22-A41C8B9B4592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PHP pages process forms, run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MySQL queries, and redirect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after actions.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F2C327-9D28-4218-B958-FFB7C7A75647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7EB4-4CB6-4BB3-AB34-9972A77397AA}"/>
              </a:ext>
            </a:extLst>
          </p:cNvPr>
          <p:cNvSpPr>
            <a:spLocks noGrp="1"/>
          </p:cNvSpPr>
          <p:nvPr/>
        </p:nvSpPr>
        <p:spPr>
          <a:xfrm>
            <a:off x="441325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086DF8-747C-4C79-83EC-36830863849E}"/>
              </a:ext>
            </a:extLst>
          </p:cNvPr>
          <p:cNvSpPr>
            <a:spLocks noGrp="1"/>
          </p:cNvSpPr>
          <p:nvPr/>
        </p:nvSpPr>
        <p:spPr>
          <a:xfrm>
            <a:off x="462280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B0427A-0D92-4401-8CA8-7114A1FBD71A}"/>
              </a:ext>
            </a:extLst>
          </p:cNvPr>
          <p:cNvSpPr>
            <a:spLocks noGrp="1"/>
          </p:cNvSpPr>
          <p:nvPr/>
        </p:nvSpPr>
        <p:spPr>
          <a:xfrm>
            <a:off x="4746625" y="42291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A0C241-0464-41A4-AB32-597AF325AD26}"/>
              </a:ext>
            </a:extLst>
          </p:cNvPr>
          <p:cNvSpPr>
            <a:spLocks noGrp="1"/>
          </p:cNvSpPr>
          <p:nvPr/>
        </p:nvSpPr>
        <p:spPr>
          <a:xfrm>
            <a:off x="4918075" y="43148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321F48-B679-47AF-B8E4-CBCC964AAFFF}"/>
              </a:ext>
            </a:extLst>
          </p:cNvPr>
          <p:cNvSpPr>
            <a:spLocks noGrp="1"/>
          </p:cNvSpPr>
          <p:nvPr/>
        </p:nvSpPr>
        <p:spPr>
          <a:xfrm>
            <a:off x="4832350" y="42957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E8CE84-E25D-4DAA-B057-E69645B116AA}"/>
              </a:ext>
            </a:extLst>
          </p:cNvPr>
          <p:cNvSpPr>
            <a:spLocks noGrp="1"/>
          </p:cNvSpPr>
          <p:nvPr/>
        </p:nvSpPr>
        <p:spPr>
          <a:xfrm>
            <a:off x="525145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Security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C83BB2-A4C8-4A29-B34F-FA9EE0583D12}"/>
              </a:ext>
            </a:extLst>
          </p:cNvPr>
          <p:cNvSpPr>
            <a:spLocks noGrp="1"/>
          </p:cNvSpPr>
          <p:nvPr/>
        </p:nvSpPr>
        <p:spPr>
          <a:xfrm>
            <a:off x="464185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Sessions protect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student/admin pages;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passwords use hashing for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students.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C58152-3018-4206-AC67-15F78EBCC8E1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3384550" cy="1943100"/>
          </a:xfrm>
          <a:prstGeom prst="roundRect">
            <a:avLst>
              <a:gd name="adj" fmla="val 392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0F9C09-9F5E-4DFE-AC0B-D874B9302F56}"/>
              </a:ext>
            </a:extLst>
          </p:cNvPr>
          <p:cNvSpPr>
            <a:spLocks noGrp="1"/>
          </p:cNvSpPr>
          <p:nvPr/>
        </p:nvSpPr>
        <p:spPr>
          <a:xfrm>
            <a:off x="8026400" y="3829050"/>
            <a:ext cx="76200" cy="19431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1293766-1646-4451-A48C-1CD57C143528}"/>
              </a:ext>
            </a:extLst>
          </p:cNvPr>
          <p:cNvSpPr>
            <a:spLocks noGrp="1"/>
          </p:cNvSpPr>
          <p:nvPr/>
        </p:nvSpPr>
        <p:spPr>
          <a:xfrm>
            <a:off x="8235950" y="40576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B09EAD-B03C-4728-80F4-CD46B3B91D25}"/>
              </a:ext>
            </a:extLst>
          </p:cNvPr>
          <p:cNvSpPr>
            <a:spLocks noGrp="1"/>
          </p:cNvSpPr>
          <p:nvPr/>
        </p:nvSpPr>
        <p:spPr>
          <a:xfrm>
            <a:off x="8359775" y="42005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8C4A022-7FFD-42AD-B56D-732B95D11622}"/>
              </a:ext>
            </a:extLst>
          </p:cNvPr>
          <p:cNvSpPr>
            <a:spLocks noGrp="1"/>
          </p:cNvSpPr>
          <p:nvPr/>
        </p:nvSpPr>
        <p:spPr>
          <a:xfrm>
            <a:off x="8407400" y="42862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CDAEDAF-45A5-4E7B-A2C1-2DC18945E139}"/>
              </a:ext>
            </a:extLst>
          </p:cNvPr>
          <p:cNvSpPr>
            <a:spLocks noGrp="1"/>
          </p:cNvSpPr>
          <p:nvPr/>
        </p:nvSpPr>
        <p:spPr>
          <a:xfrm>
            <a:off x="8455025" y="43719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DA1D4-5173-4BC4-B13C-CAF06C6400E2}"/>
              </a:ext>
            </a:extLst>
          </p:cNvPr>
          <p:cNvSpPr>
            <a:spLocks noGrp="1"/>
          </p:cNvSpPr>
          <p:nvPr/>
        </p:nvSpPr>
        <p:spPr>
          <a:xfrm>
            <a:off x="8864600" y="40386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0A13B4-A94F-47B6-ACDA-291A2827B156}"/>
              </a:ext>
            </a:extLst>
          </p:cNvPr>
          <p:cNvSpPr>
            <a:spLocks noGrp="1"/>
          </p:cNvSpPr>
          <p:nvPr/>
        </p:nvSpPr>
        <p:spPr>
          <a:xfrm>
            <a:off x="8255000" y="4648200"/>
            <a:ext cx="292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Tailwind CSS builds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responsive dashboards,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cards, forms, and tables.</a:t>
            </a:r>
          </a:p>
        </p:txBody>
      </p:sp>
    </p:spTree>
    <p:extLst>
      <p:ext uri="{BB962C8B-B14F-4D97-AF65-F5344CB8AC3E}">
        <p14:creationId xmlns:p14="http://schemas.microsoft.com/office/powerpoint/2010/main" val="18669898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Microsoft Office PowerPoint</Application>
  <DocSecurity>0</DocSecurity>
  <PresentationFormat>Widescreen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Rocky Goswami</cp:lastModifiedBy>
  <cp:revision>1</cp:revision>
  <dcterms:created xsi:type="dcterms:W3CDTF">2026-04-23T03:43:08Z</dcterms:created>
  <dcterms:modified xsi:type="dcterms:W3CDTF">2026-04-23T04:30:57Z</dcterms:modified>
</cp:coreProperties>
</file>